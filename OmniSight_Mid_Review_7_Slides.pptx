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7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72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7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7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0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1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6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1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2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2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41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8650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8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982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03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98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42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02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932688"/>
            <a:ext cx="10607040" cy="6217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23374E"/>
                </a:solidFill>
                <a:latin typeface="Aptos"/>
              </a:defRPr>
            </a:pPr>
            <a:r>
              <a:t>OmniSight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27632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4B6F97"/>
                </a:solidFill>
                <a:latin typeface="Aptos"/>
              </a:defRPr>
            </a:pPr>
            <a:r>
              <a:t>Multimodal UI Self-Healing &amp; RPA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359152"/>
            <a:ext cx="996696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A7774"/>
                </a:solidFill>
                <a:latin typeface="Aptos"/>
              </a:defRPr>
            </a:pPr>
            <a:r>
              <a:t>Mid-Review Presentation  |  Solo Internship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3383280"/>
            <a:ext cx="5074920" cy="1325880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Project details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Sheefa J Pathan  •  B.E. Artificial Intelligence &amp; Data Science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Python 3.12  •  FastAPI  •  Playwright  •  Chromium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383280"/>
            <a:ext cx="5074920" cy="1325880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What the prototype does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It opens a web page, checks for a known layout issue, asks for approval, applies a temporary CSS fix, and captures the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042416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B3138"/>
                </a:solidFill>
                <a:latin typeface="Aptos"/>
              </a:defRPr>
            </a:pPr>
            <a:r>
              <a:t>The goal is not to change a website silently. The goal is to make a UI issue visible and demonstrate a controlled repair.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0515600" cy="22860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677079"/>
                </a:solidFill>
                <a:latin typeface="Aptos"/>
              </a:defRPr>
            </a:pPr>
            <a:r>
              <a:t>Project review deck • prepared in a simple technical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A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23374E"/>
                </a:solidFill>
                <a:latin typeface="Aptos"/>
              </a:defRPr>
            </a:pPr>
            <a:r>
              <a:t>1. Problem and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677079"/>
                </a:solidFill>
                <a:latin typeface="Aptos"/>
              </a:defRPr>
            </a:pPr>
            <a:r>
              <a:t>Why OmniSight is useful, and what this prototype actually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8229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OmniSight  |  Mid-Review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98448"/>
            <a:ext cx="5166360" cy="1234440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The problem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A page may load normally but still look broken. A button can overflow or become awkward to use on a phone. Checking every screen manually takes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98448"/>
            <a:ext cx="5166360" cy="1234440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The objective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Make the defect easier to find, show evidence, and test a repair only after the user approves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156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3374E"/>
                </a:solidFill>
                <a:latin typeface="Aptos"/>
              </a:defRPr>
            </a:pPr>
            <a:r>
              <a:t>The current prototype focuses on one reproducible example: an oversized button on the local ShopHub demo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20440"/>
            <a:ext cx="33375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1 • Inspect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Open the page in Chromium and capture a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520440"/>
            <a:ext cx="33375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2 • Detect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Use DOM/layout rules to flag the known issue.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520440"/>
            <a:ext cx="3337560" cy="123444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3 • Repair safely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Require approval, inject temporary CSS, and capture updated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5780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9D4949"/>
                </a:solidFill>
                <a:latin typeface="Aptos"/>
              </a:defRPr>
            </a:pPr>
            <a:r>
              <a:t>Scope note: the current detector is heuristic-based. A trained vision-language model is a possible future enhancement, not a feature claimed as implemented.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A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23374E"/>
                </a:solidFill>
                <a:latin typeface="Aptos"/>
              </a:defRPr>
            </a:pPr>
            <a:r>
              <a:t>2. Architecture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677079"/>
                </a:solidFill>
                <a:latin typeface="Aptos"/>
              </a:defRPr>
            </a:pPr>
            <a:r>
              <a:t>How the pieces connect during one inspection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8229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OmniSight  |  Mid-Review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331720" cy="1115568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Dashboard</a:t>
            </a:r>
          </a:p>
          <a:p>
            <a:pPr>
              <a:spcAft>
                <a:spcPts val="300"/>
              </a:spcAft>
              <a:defRPr sz="1100">
                <a:solidFill>
                  <a:srgbClr val="2B3138"/>
                </a:solidFill>
                <a:latin typeface="Aptos"/>
              </a:defRPr>
            </a:pPr>
            <a:r>
              <a:t>User enters URL and chooses an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331720" cy="1115568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FastAPI</a:t>
            </a:r>
          </a:p>
          <a:p>
            <a:pPr>
              <a:spcAft>
                <a:spcPts val="300"/>
              </a:spcAft>
              <a:defRPr sz="1100">
                <a:solidFill>
                  <a:srgbClr val="2B3138"/>
                </a:solidFill>
                <a:latin typeface="Aptos"/>
              </a:defRPr>
            </a:pPr>
            <a:r>
              <a:t>Routes requests and validates inputs.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417320"/>
            <a:ext cx="2514600" cy="1115568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Playwright + Chromium</a:t>
            </a:r>
          </a:p>
          <a:p>
            <a:pPr>
              <a:spcAft>
                <a:spcPts val="300"/>
              </a:spcAft>
              <a:defRPr sz="1100">
                <a:solidFill>
                  <a:srgbClr val="2B3138"/>
                </a:solidFill>
                <a:latin typeface="Aptos"/>
              </a:defRPr>
            </a:pPr>
            <a:r>
              <a:t>Opens page, inspects DOM, takes screenshots.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417320"/>
            <a:ext cx="2697480" cy="1115568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Evidence + response</a:t>
            </a:r>
          </a:p>
          <a:p>
            <a:pPr>
              <a:spcAft>
                <a:spcPts val="300"/>
              </a:spcAft>
              <a:defRPr sz="1100">
                <a:solidFill>
                  <a:srgbClr val="2B3138"/>
                </a:solidFill>
                <a:latin typeface="Aptos"/>
              </a:defRPr>
            </a:pPr>
            <a:r>
              <a:t>Returns issue details and screenshot location.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1975104"/>
            <a:ext cx="274320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77840" y="1975104"/>
            <a:ext cx="274320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0" y="1975104"/>
            <a:ext cx="274320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971800"/>
            <a:ext cx="105156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374E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3383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Python 3.12 + FastAPI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Backend logic and REST endpoints.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474720"/>
            <a:ext cx="3383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Playwright + Chromium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Real browser automation and screenshot capture.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474720"/>
            <a:ext cx="338328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HTML / CSS / JavaScript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Dashboard and demo store interface.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In simple words: the dashboard asks for an action, FastAPI coordinates it, and Playwright performs the browser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A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23374E"/>
                </a:solidFill>
                <a:latin typeface="Aptos"/>
              </a:defRPr>
            </a:pPr>
            <a:r>
              <a:rPr dirty="0"/>
              <a:t>3. Complete Working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677079"/>
                </a:solidFill>
                <a:latin typeface="Aptos"/>
              </a:defRPr>
            </a:pPr>
            <a:r>
              <a:t>Follow the arrows from the target URL to the final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8229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OmniSight  |  Mid-Review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1627632" cy="1417320"/>
          </a:xfrm>
          <a:prstGeom prst="roundRect">
            <a:avLst/>
          </a:prstGeom>
          <a:solidFill>
            <a:srgbClr val="EAF0F7"/>
          </a:solidFill>
          <a:ln>
            <a:solidFill>
              <a:srgbClr val="4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0" rIns="82296" bIns="54864" rtlCol="0" anchor="ctr"/>
          <a:lstStyle/>
          <a:p>
            <a:pPr algn="ctr">
              <a:spcAft>
                <a:spcPts val="500"/>
              </a:spcAft>
              <a:defRPr sz="1250" b="1">
                <a:solidFill>
                  <a:srgbClr val="23374E"/>
                </a:solidFill>
                <a:latin typeface="Aptos"/>
              </a:defRPr>
            </a:pPr>
            <a:r>
              <a:t>1. Enter URL</a:t>
            </a:r>
          </a:p>
          <a:p>
            <a:pPr>
              <a:defRPr sz="950">
                <a:solidFill>
                  <a:srgbClr val="2B3138"/>
                </a:solidFill>
                <a:latin typeface="Aptos"/>
              </a:defRPr>
            </a:pPr>
            <a:r>
              <a:t>Local ShopHub demo page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39112" y="2304288"/>
            <a:ext cx="283464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59152" y="1600200"/>
            <a:ext cx="1627632" cy="1417320"/>
          </a:xfrm>
          <a:prstGeom prst="roundRect">
            <a:avLst/>
          </a:prstGeom>
          <a:solidFill>
            <a:srgbClr val="EAF0F7"/>
          </a:solidFill>
          <a:ln>
            <a:solidFill>
              <a:srgbClr val="4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0" rIns="82296" bIns="54864" rtlCol="0" anchor="ctr"/>
          <a:lstStyle/>
          <a:p>
            <a:pPr algn="ctr">
              <a:spcAft>
                <a:spcPts val="500"/>
              </a:spcAft>
              <a:defRPr sz="1250" b="1">
                <a:solidFill>
                  <a:srgbClr val="23374E"/>
                </a:solidFill>
                <a:latin typeface="Aptos"/>
              </a:defRPr>
            </a:pPr>
            <a:r>
              <a:t>2. Inspect</a:t>
            </a:r>
          </a:p>
          <a:p>
            <a:pPr>
              <a:defRPr sz="950">
                <a:solidFill>
                  <a:srgbClr val="2B3138"/>
                </a:solidFill>
                <a:latin typeface="Aptos"/>
              </a:defRPr>
            </a:pPr>
            <a:r>
              <a:t>Browser opens; initial screenshot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86784" y="2304288"/>
            <a:ext cx="283464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06824" y="1600200"/>
            <a:ext cx="1627632" cy="1417320"/>
          </a:xfrm>
          <a:prstGeom prst="roundRect">
            <a:avLst/>
          </a:prstGeom>
          <a:solidFill>
            <a:srgbClr val="EAF0F7"/>
          </a:solidFill>
          <a:ln>
            <a:solidFill>
              <a:srgbClr val="4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0" rIns="82296" bIns="54864" rtlCol="0" anchor="ctr"/>
          <a:lstStyle/>
          <a:p>
            <a:pPr algn="ctr">
              <a:spcAft>
                <a:spcPts val="500"/>
              </a:spcAft>
              <a:defRPr sz="1250" b="1">
                <a:solidFill>
                  <a:srgbClr val="23374E"/>
                </a:solidFill>
                <a:latin typeface="Aptos"/>
              </a:defRPr>
            </a:pPr>
            <a:r>
              <a:t>3. Detect</a:t>
            </a:r>
          </a:p>
          <a:p>
            <a:pPr>
              <a:defRPr sz="950">
                <a:solidFill>
                  <a:srgbClr val="2B3138"/>
                </a:solidFill>
                <a:latin typeface="Aptos"/>
              </a:defRPr>
            </a:pPr>
            <a:r>
              <a:t>Return issue type + details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34456" y="2304288"/>
            <a:ext cx="283464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4496" y="1600200"/>
            <a:ext cx="1627632" cy="1417320"/>
          </a:xfrm>
          <a:prstGeom prst="roundRect">
            <a:avLst/>
          </a:prstGeom>
          <a:solidFill>
            <a:srgbClr val="E8F3F1"/>
          </a:solidFill>
          <a:ln>
            <a:solidFill>
              <a:srgbClr val="2A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0" rIns="82296" bIns="54864" rtlCol="0" anchor="ctr"/>
          <a:lstStyle/>
          <a:p>
            <a:pPr algn="ctr">
              <a:spcAft>
                <a:spcPts val="500"/>
              </a:spcAft>
              <a:defRPr sz="1250" b="1">
                <a:solidFill>
                  <a:srgbClr val="23374E"/>
                </a:solidFill>
                <a:latin typeface="Aptos"/>
              </a:defRPr>
            </a:pPr>
            <a:r>
              <a:t>4. Approve?</a:t>
            </a:r>
          </a:p>
          <a:p>
            <a:pPr>
              <a:defRPr sz="950">
                <a:solidFill>
                  <a:srgbClr val="2B3138"/>
                </a:solidFill>
                <a:latin typeface="Aptos"/>
              </a:defRPr>
            </a:pPr>
            <a:r>
              <a:t>If no, stop; if yes, continue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2127" y="2304288"/>
            <a:ext cx="283465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02168" y="1600200"/>
            <a:ext cx="1627632" cy="1417320"/>
          </a:xfrm>
          <a:prstGeom prst="roundRect">
            <a:avLst/>
          </a:prstGeom>
          <a:solidFill>
            <a:srgbClr val="EAF0F7"/>
          </a:solidFill>
          <a:ln>
            <a:solidFill>
              <a:srgbClr val="4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0" rIns="82296" bIns="54864" rtlCol="0" anchor="ctr"/>
          <a:lstStyle/>
          <a:p>
            <a:pPr algn="ctr">
              <a:spcAft>
                <a:spcPts val="500"/>
              </a:spcAft>
              <a:defRPr sz="1250" b="1">
                <a:solidFill>
                  <a:srgbClr val="23374E"/>
                </a:solidFill>
                <a:latin typeface="Aptos"/>
              </a:defRPr>
            </a:pPr>
            <a:r>
              <a:t>5. Repair</a:t>
            </a:r>
          </a:p>
          <a:p>
            <a:pPr>
              <a:defRPr sz="950">
                <a:solidFill>
                  <a:srgbClr val="2B3138"/>
                </a:solidFill>
                <a:latin typeface="Aptos"/>
              </a:defRPr>
            </a:pPr>
            <a:r>
              <a:t>Inject CSS in current session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29800" y="2304288"/>
            <a:ext cx="283464" cy="0"/>
          </a:xfrm>
          <a:prstGeom prst="line">
            <a:avLst/>
          </a:prstGeom>
          <a:ln w="22860">
            <a:solidFill>
              <a:srgbClr val="2A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49840" y="1600200"/>
            <a:ext cx="1627632" cy="1417320"/>
          </a:xfrm>
          <a:prstGeom prst="roundRect">
            <a:avLst/>
          </a:prstGeom>
          <a:solidFill>
            <a:srgbClr val="EAF0F7"/>
          </a:solidFill>
          <a:ln>
            <a:solidFill>
              <a:srgbClr val="4B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0" rIns="82296" bIns="54864" rtlCol="0" anchor="ctr"/>
          <a:lstStyle/>
          <a:p>
            <a:pPr algn="ctr">
              <a:spcAft>
                <a:spcPts val="500"/>
              </a:spcAft>
              <a:defRPr sz="1250" b="1">
                <a:solidFill>
                  <a:srgbClr val="23374E"/>
                </a:solidFill>
                <a:latin typeface="Aptos"/>
              </a:defRPr>
            </a:pPr>
            <a:r>
              <a:t>6. Compare</a:t>
            </a:r>
          </a:p>
          <a:p>
            <a:pPr>
              <a:defRPr sz="950">
                <a:solidFill>
                  <a:srgbClr val="2B3138"/>
                </a:solidFill>
                <a:latin typeface="Aptos"/>
              </a:defRPr>
            </a:pPr>
            <a:r>
              <a:t>Capture updated screenshot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600"/>
            <a:ext cx="50749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9D4949"/>
                </a:solidFill>
                <a:latin typeface="Aptos"/>
              </a:defRPr>
            </a:pPr>
            <a:r>
              <a:t>If approval is false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The repair endpoint rejects the request. No repair should be applied.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57600"/>
            <a:ext cx="50749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If approval is true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The temporary CSS fix is applied and a new screenshot can be reviewed.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10424160" cy="5943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9D4949"/>
                </a:solidFill>
                <a:latin typeface="Aptos"/>
              </a:defRPr>
            </a:pPr>
            <a:r>
              <a:t>Important: this is a session-level repair. It does not permanently edit the original website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A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23374E"/>
                </a:solidFill>
                <a:latin typeface="Aptos"/>
              </a:defRPr>
            </a:pPr>
            <a:r>
              <a:t>4. Live Demo: What to Click and What You Should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677079"/>
                </a:solidFill>
                <a:latin typeface="Aptos"/>
              </a:defRPr>
            </a:pPr>
            <a:r>
              <a:t>A short walkthrough that makes the implementation easy to follow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8229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OmniSight  |  Mid-Review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5074920" cy="960120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1. Start backend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Run Uvicorn; check /health responds.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34440"/>
            <a:ext cx="5074920" cy="960120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2. Open dashboard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Load /frontend/dashboard.html.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96312"/>
            <a:ext cx="5074920" cy="960120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3. Inspect target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Use the local ShopHub URL; show the first screenshot.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496312"/>
            <a:ext cx="5074920" cy="960120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4. Detect issue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Show the oversized-button result returned by the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58183"/>
            <a:ext cx="5074920" cy="960120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5. Approve and repair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Run /repair-ui with approved=true.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3758183"/>
            <a:ext cx="5074920" cy="960120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6. Compare evidence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Show the updated screenshot and explain the temporary fix.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212080"/>
            <a:ext cx="498348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API documentation</a:t>
            </a:r>
          </a:p>
          <a:p>
            <a:pPr>
              <a:spcAft>
                <a:spcPts val="300"/>
              </a:spcAft>
              <a:defRPr sz="1100">
                <a:solidFill>
                  <a:srgbClr val="2B3138"/>
                </a:solidFill>
                <a:latin typeface="Aptos"/>
              </a:defRPr>
            </a:pPr>
            <a:r>
              <a:t>http://127.0.0.1:8000/docs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212080"/>
            <a:ext cx="4983480" cy="658368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Demo store</a:t>
            </a:r>
          </a:p>
          <a:p>
            <a:pPr>
              <a:spcAft>
                <a:spcPts val="300"/>
              </a:spcAft>
              <a:defRPr sz="1100">
                <a:solidFill>
                  <a:srgbClr val="2B3138"/>
                </a:solidFill>
                <a:latin typeface="Aptos"/>
              </a:defRPr>
            </a:pPr>
            <a:r>
              <a:t>http://127.0.0.1:8000/frontend/store.html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A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23374E"/>
                </a:solidFill>
                <a:latin typeface="Aptos"/>
              </a:defRPr>
            </a:pPr>
            <a:r>
              <a:t>5. Evidence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677079"/>
                </a:solidFill>
                <a:latin typeface="Aptos"/>
              </a:defRPr>
            </a:pPr>
            <a:r>
              <a:t>Use your real screenshots and the latest test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8229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OmniSight  |  Mid-Review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6/7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3154680" cy="1965960"/>
          </a:xfrm>
          <a:prstGeom prst="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88036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A.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77079"/>
                </a:solidFill>
                <a:latin typeface="Aptos"/>
              </a:defRPr>
            </a:pPr>
            <a:r>
              <a:t>Dashboard / initial page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677079"/>
                </a:solidFill>
                <a:latin typeface="Aptos"/>
              </a:defRPr>
            </a:pPr>
            <a:r>
              <a:t>[Insert actual screenshot]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280160"/>
            <a:ext cx="3154680" cy="1965960"/>
          </a:xfrm>
          <a:prstGeom prst="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288036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B. Issue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103120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77079"/>
                </a:solidFill>
                <a:latin typeface="Aptos"/>
              </a:defRPr>
            </a:pPr>
            <a:r>
              <a:t>oversized-button result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677079"/>
                </a:solidFill>
                <a:latin typeface="Aptos"/>
              </a:defRPr>
            </a:pPr>
            <a:r>
              <a:t>[Insert actual screenshot]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280160"/>
            <a:ext cx="3154680" cy="1965960"/>
          </a:xfrm>
          <a:prstGeom prst="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600200"/>
            <a:ext cx="288036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C. 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03120"/>
            <a:ext cx="2834640" cy="7315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77079"/>
                </a:solidFill>
                <a:latin typeface="Aptos"/>
              </a:defRPr>
            </a:pPr>
            <a:r>
              <a:t>Page after approved repair</a:t>
            </a:r>
          </a:p>
          <a:p>
            <a:pPr algn="ctr">
              <a:spcAft>
                <a:spcPts val="500"/>
              </a:spcAft>
              <a:defRPr sz="1100" b="0">
                <a:solidFill>
                  <a:srgbClr val="677079"/>
                </a:solidFill>
                <a:latin typeface="Aptos"/>
              </a:defRPr>
            </a:pPr>
            <a:r>
              <a:t>[Insert actual screenshot]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10515600" cy="32004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3374E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23360"/>
            <a:ext cx="5074920" cy="1051560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Reported result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You previously reported 5 tests passing after the backend was started.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023360"/>
            <a:ext cx="507492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9D4949"/>
                </a:solidFill>
                <a:latin typeface="Aptos"/>
              </a:defRPr>
            </a:pPr>
            <a:r>
              <a:t>Before submission</a:t>
            </a:r>
          </a:p>
          <a:p>
            <a:pPr>
              <a:spcAft>
                <a:spcPts val="300"/>
              </a:spcAft>
              <a:defRPr sz="1200">
                <a:solidFill>
                  <a:srgbClr val="2B3138"/>
                </a:solidFill>
                <a:latin typeface="Aptos"/>
              </a:defRPr>
            </a:pPr>
            <a:r>
              <a:t>Run pytest again and use the exact count from the terminal. Do not claim unverified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10424160" cy="41148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4B6F97"/>
                </a:solidFill>
                <a:latin typeface="Aptos"/>
              </a:defRPr>
            </a:pPr>
            <a:r>
              <a:rPr dirty="0"/>
              <a:t>Command: .\backend\.venv312\Scripts\python.exe -m </a:t>
            </a:r>
            <a:r>
              <a:rPr dirty="0" err="1"/>
              <a:t>pytest</a:t>
            </a:r>
            <a:r>
              <a:rPr dirty="0"/>
              <a:t> -v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AEFEB-8A73-0DA7-8E2D-7CE007CD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816" y="3420408"/>
            <a:ext cx="5147732" cy="3309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1C3B80-D4AB-2561-B5E4-7278BDCD8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816" y="95680"/>
            <a:ext cx="5205042" cy="3182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A89D68-0604-4DB7-19B7-DE58EFFAA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00" y="176464"/>
            <a:ext cx="2515171" cy="655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58854C-9810-A85F-46C1-6439CAC6A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503" y="133756"/>
            <a:ext cx="3714855" cy="659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98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A7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43891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23374E"/>
                </a:solidFill>
                <a:latin typeface="Aptos"/>
              </a:defRPr>
            </a:pPr>
            <a:r>
              <a:t>6. Limitations, Future Work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10789920" cy="2743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050" b="0">
                <a:solidFill>
                  <a:srgbClr val="677079"/>
                </a:solidFill>
                <a:latin typeface="Aptos"/>
              </a:defRPr>
            </a:pPr>
            <a:r>
              <a:t>What is implemented today, and what can be added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28816"/>
            <a:ext cx="822960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OmniSight  |  Mid-Review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594360" cy="164592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r">
              <a:spcAft>
                <a:spcPts val="500"/>
              </a:spcAft>
              <a:defRPr sz="850" b="0">
                <a:solidFill>
                  <a:srgbClr val="677079"/>
                </a:solidFill>
                <a:latin typeface="Aptos"/>
              </a:defRPr>
            </a:pPr>
            <a:r>
              <a:t>7/7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212080" cy="1508760"/>
          </a:xfrm>
          <a:prstGeom prst="roundRect">
            <a:avLst/>
          </a:prstGeom>
          <a:solidFill>
            <a:srgbClr val="EAF0F7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3374E"/>
                </a:solidFill>
                <a:latin typeface="Aptos"/>
              </a:defRPr>
            </a:pPr>
            <a:r>
              <a:t>Current limitations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• Heuristic detection, not a trained vision model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• Repair is temporary in the active browser session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• Current demo focuses on a known oversized-button defect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212080" cy="1508760"/>
          </a:xfrm>
          <a:prstGeom prst="roundRect">
            <a:avLst/>
          </a:prstGeom>
          <a:solidFill>
            <a:srgbClr val="E8F3F1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18872" bIns="64008" rtlCol="0" anchor="ctr"/>
          <a:lstStyle/>
          <a:p>
            <a:pPr algn="ctr">
              <a:spcAft>
                <a:spcPts val="7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t>Future work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• Optional vision-language-model analysis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• Verify the page again after repair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• Show proposed CSS diff before approval</a:t>
            </a:r>
          </a:p>
          <a:p>
            <a:pPr>
              <a:spcAft>
                <a:spcPts val="300"/>
              </a:spcAft>
              <a:defRPr sz="1150">
                <a:solidFill>
                  <a:srgbClr val="2B3138"/>
                </a:solidFill>
                <a:latin typeface="Aptos"/>
              </a:defRPr>
            </a:pPr>
            <a:r>
              <a:t>• Export a structured audit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10424160" cy="36576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337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0149840" cy="960120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B3138"/>
                </a:solidFill>
                <a:latin typeface="Aptos"/>
              </a:defRPr>
            </a:pPr>
            <a:r>
              <a:t>OmniSight demonstrates a controlled browser workflow: inspect the page, identify a known UI issue, request approval, apply a temporary fix, and review the result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10149840" cy="749808"/>
          </a:xfrm>
          <a:prstGeom prst="roundRect">
            <a:avLst/>
          </a:prstGeom>
          <a:solidFill>
            <a:srgbClr val="F4F7F9"/>
          </a:solidFill>
          <a:ln>
            <a:solidFill>
              <a:srgbClr val="CC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5285232"/>
            <a:ext cx="9692640" cy="292608"/>
          </a:xfrm>
          <a:prstGeom prst="rect">
            <a:avLst/>
          </a:prstGeom>
          <a:noFill/>
        </p:spPr>
        <p:txBody>
          <a:bodyPr wrap="square" lIns="45720" tIns="27432" rIns="45720" bIns="18288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A7774"/>
                </a:solidFill>
                <a:latin typeface="Aptos"/>
              </a:defRPr>
            </a:pPr>
            <a:r>
              <a:rPr dirty="0"/>
              <a:t>Thank you  •  Sheefa J Pathan  •  B.E. Artificial Intelligence &amp; Data Science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856</Words>
  <Application>Microsoft Office PowerPoint</Application>
  <PresentationFormat>Widescreen</PresentationFormat>
  <Paragraphs>122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sheefa pathan</cp:lastModifiedBy>
  <cp:revision>2</cp:revision>
  <dcterms:created xsi:type="dcterms:W3CDTF">2013-01-27T09:14:16Z</dcterms:created>
  <dcterms:modified xsi:type="dcterms:W3CDTF">2026-10-20T15:37:57Z</dcterms:modified>
  <cp:category/>
</cp:coreProperties>
</file>